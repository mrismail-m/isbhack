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f7ab87462c4838" /><Relationship Type="http://schemas.openxmlformats.org/officeDocument/2006/relationships/extended-properties" Target="/docProps/app.xml" Id="R98fa911f2f6c4ab3" /><Relationship Type="http://schemas.openxmlformats.org/officeDocument/2006/relationships/officeDocument" Target="/ppt/presentation.xml" Id="R3f1c10c03b3648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29b3ed546d4745"/>
  </p:sldMasterIdLst>
  <p:notesMasterIdLst>
    <p:notesMasterId xmlns:r="http://schemas.openxmlformats.org/officeDocument/2006/relationships" r:id="R29aa5e38654e4a59"/>
  </p:notesMasterIdLst>
  <p:sldIdLst>
    <p:sldId xmlns:r="http://schemas.openxmlformats.org/officeDocument/2006/relationships" id="256" r:id="Rfa27cdeff45c4aac"/>
    <p:sldId xmlns:r="http://schemas.openxmlformats.org/officeDocument/2006/relationships" id="257" r:id="Rb7919ce578314e7a"/>
    <p:sldId xmlns:r="http://schemas.openxmlformats.org/officeDocument/2006/relationships" id="258" r:id="R0f10931fae434e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f5d8b44284413d" /><Relationship Type="http://schemas.openxmlformats.org/officeDocument/2006/relationships/slideMaster" Target="/ppt/slideMasters/slideMaster1.xml" Id="Rec29b3ed546d4745" /><Relationship Type="http://schemas.openxmlformats.org/officeDocument/2006/relationships/notesMaster" Target="/ppt/notesMasters/notesMaster1.xml" Id="R29aa5e38654e4a59" /><Relationship Type="http://schemas.openxmlformats.org/officeDocument/2006/relationships/presProps" Target="/ppt/presProps.xml" Id="R73a6df39639b42e4" /><Relationship Type="http://schemas.openxmlformats.org/officeDocument/2006/relationships/tableStyles" Target="/ppt/tableStyles.xml" Id="R23747af5b779475c" /><Relationship Type="http://schemas.openxmlformats.org/officeDocument/2006/relationships/slide" Target="/ppt/slides/slide1.xml" Id="Rfa27cdeff45c4aac" /><Relationship Type="http://schemas.openxmlformats.org/officeDocument/2006/relationships/slide" Target="/ppt/slides/slide2.xml" Id="Rb7919ce578314e7a" /><Relationship Type="http://schemas.openxmlformats.org/officeDocument/2006/relationships/slide" Target="/ppt/slides/slide3.xml" Id="R0f10931fae434e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ba0120e06f4b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e0ae5a68714d8f" /><Relationship Type="http://schemas.openxmlformats.org/officeDocument/2006/relationships/notesMaster" Target="/ppt/notesMasters/notesMaster1.xml" Id="R7c2ba6a85a2c44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ea2f4437fa4212" /><Relationship Type="http://schemas.openxmlformats.org/officeDocument/2006/relationships/notesMaster" Target="/ppt/notesMasters/notesMaster1.xml" Id="R48cf7570f43a42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02154e270d4685" /><Relationship Type="http://schemas.openxmlformats.org/officeDocument/2006/relationships/notesMaster" Target="/ppt/notesMasters/notesMaster1.xml" Id="R8dece6eff7a448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Today, teachers generate assignments using AI, and students dump them straight into ChatGPT or Claude, submitting without even reading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solution is VivaGrade. We give teachers the tools to be highly productive, while ensuring students actually develop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Teachers can create assignments and draft rubrics with AI assistance. Students write their answers in our internal editor, which tracks their typing and pasting. But because a student could still read from another window, they must defend their work in a timed, 3-question viva with tab-change detection.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When the student submits, the teacher reviews a dashboard showing activity heatmaps, paste chunks, and an AI-drafted grade backed by evidence quotes. AI does the heavy lifting, the teacher decides, and the student actually learns.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point: AI does the heavy lifting, the teacher decides, and the student actually learns.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3315d80cf48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113bc027d4b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3402f1aab45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50124ade746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40ec18f6148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75a72c24a4a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E662E7-0C57-417B-B94A-9D04148B90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697565-4243-45FD-88C6-A22156FD43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0FC4BB-2527-4027-BF11-5200D963CF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EC7A42-94FD-49FE-893D-DF74FB57B6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7BC410-5FC9-4FE1-9994-72555B2655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507E58-B7DA-40BD-A7D5-ABF6008433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4721E2-3C4C-44F1-91F6-C83C65E02C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561CB7-4B6E-4FB4-B72F-B91D9C2455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35376B-D36A-4722-9213-685D09F9C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A4DDFA-DB30-4A34-9C40-EA675398E4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3fb6dc0fd64cfe" /><Relationship Type="http://schemas.openxmlformats.org/officeDocument/2006/relationships/slideLayout" Target="/ppt/slideLayouts/slideLayout1.xml" Id="R6b6f3fe771ee4731" /><Relationship Type="http://schemas.openxmlformats.org/officeDocument/2006/relationships/slideLayout" Target="/ppt/slideLayouts/slideLayout2.xml" Id="Rf8e2b7f7b76a4965" /><Relationship Type="http://schemas.openxmlformats.org/officeDocument/2006/relationships/slideLayout" Target="/ppt/slideLayouts/slideLayout3.xml" Id="R5a7dd63663634062" /><Relationship Type="http://schemas.openxmlformats.org/officeDocument/2006/relationships/slideLayout" Target="/ppt/slideLayouts/slideLayout4.xml" Id="R5d820e0767b342be" /><Relationship Type="http://schemas.openxmlformats.org/officeDocument/2006/relationships/slideLayout" Target="/ppt/slideLayouts/slideLayout5.xml" Id="R16ab1f2cefa7450f" /><Relationship Type="http://schemas.openxmlformats.org/officeDocument/2006/relationships/slideLayout" Target="/ppt/slideLayouts/slideLayout6.xml" Id="Rc5f2c10969bf4f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6f3fe771ee4731"/>
    <p:sldLayoutId xmlns:r="http://schemas.openxmlformats.org/officeDocument/2006/relationships" id="2147483650" r:id="Rf8e2b7f7b76a4965"/>
    <p:sldLayoutId xmlns:r="http://schemas.openxmlformats.org/officeDocument/2006/relationships" id="2147483651" r:id="R5a7dd63663634062"/>
    <p:sldLayoutId xmlns:r="http://schemas.openxmlformats.org/officeDocument/2006/relationships" id="2147483652" r:id="R5d820e0767b342be"/>
    <p:sldLayoutId xmlns:r="http://schemas.openxmlformats.org/officeDocument/2006/relationships" id="2147483653" r:id="R16ab1f2cefa7450f"/>
    <p:sldLayoutId xmlns:r="http://schemas.openxmlformats.org/officeDocument/2006/relationships" id="2147483654" r:id="Rc5f2c10969bf4f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0c16e7e7934a4e" /><Relationship Type="http://schemas.openxmlformats.org/officeDocument/2006/relationships/notesSlide" Target="/ppt/notesSlides/notesSlide1.xml" Id="R2c6f23a363d04c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7ceeff6e3b47c9" /><Relationship Type="http://schemas.openxmlformats.org/officeDocument/2006/relationships/notesSlide" Target="/ppt/notesSlides/notesSlide2.xml" Id="Rccbc40e7908a48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a94da563d4094" /><Relationship Type="http://schemas.openxmlformats.org/officeDocument/2006/relationships/notesSlide" Target="/ppt/notesSlides/notesSlide3.xml" Id="R4a22a56c5b9243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D93C5-176F-4774-BFE6-3BF2597E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B8AA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B8AA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AAF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E0FAD-AB6C-4A8E-908C-A1633F16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66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Assignments are easy to generate.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Understanding is harder to verify.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2FDD4-6EC6-4FE3-A954-54739922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5DB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5DB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5DBE8"/>
                </a:solidFill>
                <a:latin typeface="Arial"/>
                <a:ea typeface="Arial"/>
                <a:cs typeface="Arial"/>
              </a:rPr>
              <a:t>Teachers create assignments with 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652B5-3D12-455D-8D93-62703F70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038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5DB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5DB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5DBE8"/>
                </a:solidFill>
                <a:latin typeface="Arial"/>
                <a:ea typeface="Arial"/>
                <a:cs typeface="Arial"/>
              </a:rPr>
              <a:t>Students can submit AI answers without reading the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ACA2A-CB6C-42BA-B9FF-37835CA2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B8AA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B8AA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8AAF8"/>
                </a:solidFill>
                <a:latin typeface="Arial"/>
                <a:ea typeface="Arial"/>
                <a:cs typeface="Arial"/>
              </a:rPr>
              <a:t>A polished answer can hide a gap in learning.</a:t>
            </a:r>
          </a:p>
        </p:txBody>
      </p:sp>
    </p:spTree>
    <p:extLst>
      <p:ext uri="{BB962C8B-B14F-4D97-AF65-F5344CB8AC3E}">
        <p14:creationId xmlns:p14="http://schemas.microsoft.com/office/powerpoint/2010/main" val="1283483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D8DCB-6041-4B2C-A34F-405F11AA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6650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6650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650B5"/>
                </a:solidFill>
                <a:latin typeface="Arial"/>
                <a:ea typeface="Arial"/>
                <a:cs typeface="Arial"/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4668E-96AB-4E87-9CF1-86A4FC1D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016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0162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0162B"/>
                </a:solidFill>
                <a:latin typeface="Arial"/>
                <a:ea typeface="Arial"/>
                <a:cs typeface="Arial"/>
              </a:rPr>
              <a:t>VivaGrade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2F0AE-2CAD-4F3A-BD7F-BE112F1E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6650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6650B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650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06AA5-BD90-480B-B262-41502BA3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717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16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16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62B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13A14-602A-4233-B184-D6EDAD5C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790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35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3506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35069"/>
                </a:solidFill>
                <a:latin typeface="Arial"/>
                <a:ea typeface="Arial"/>
                <a:cs typeface="Arial"/>
              </a:rPr>
              <a:t>Teachers draft assignments and rubrics with AI.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FFFA0-1A94-46CB-B7C3-C4B6D6BD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6650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6650B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650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58D24-4E49-4600-AB99-1887F6DB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9718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16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16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62B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56CCF-76C0-4849-9958-430DD004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71800"/>
            <a:ext cx="790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35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3506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35069"/>
                </a:solidFill>
                <a:latin typeface="Arial"/>
                <a:ea typeface="Arial"/>
                <a:cs typeface="Arial"/>
              </a:rPr>
              <a:t>The editor records typing, pastes and writing activity.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2DC16-E45E-4AB9-A322-470CB10F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6650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6650B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650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3A388-3F8A-4028-83CC-CD954E99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719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16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16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62B"/>
                </a:solidFill>
                <a:latin typeface="Arial"/>
                <a:ea typeface="Arial"/>
                <a:cs typeface="Arial"/>
              </a:rPr>
              <a:t>Defend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FA679-AEBB-4648-92C4-B68C08B9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71900"/>
            <a:ext cx="790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35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3506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35069"/>
                </a:solidFill>
                <a:latin typeface="Arial"/>
                <a:ea typeface="Arial"/>
                <a:cs typeface="Arial"/>
              </a:rPr>
              <a:t>A timed, 3-question viva checks understanding and records tab changes.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9495E-FA95-4ACF-BBB1-6CACCE5F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6650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6650B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650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72D89-F2E2-46F8-AD74-7AB57AF8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5720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16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16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62B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AE22A-EC31-4119-908F-A3BC02CB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72000"/>
            <a:ext cx="790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35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3506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35069"/>
                </a:solidFill>
                <a:latin typeface="Arial"/>
                <a:ea typeface="Arial"/>
                <a:cs typeface="Arial"/>
              </a:rPr>
              <a:t>Teachers see heatmaps, paste chunks and evidence-backed AI grades.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F3015-C9D3-40E8-B7B9-D508C6A9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6650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650B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650B5"/>
                </a:solidFill>
                <a:latin typeface="Arial"/>
                <a:ea typeface="Arial"/>
                <a:cs typeface="Arial"/>
              </a:rPr>
              <a:t>AI drafts the grade. The teacher makes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987275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F283E-0D0C-48EE-B9F7-092B2247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B8AA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B8AAF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8AAF8"/>
                </a:solidFill>
                <a:latin typeface="Arial"/>
                <a:ea typeface="Arial"/>
                <a:cs typeface="Arial"/>
              </a:rPr>
              <a:t>VivaGrade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12B95-5B4A-4630-B3E4-5C3C9E32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33575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3221A-C43C-4AA8-A802-B60EFC72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Grade the work.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 the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7A8A4-C6A6-47C2-AA19-1AD6F025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8AA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8AA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AAF8"/>
                </a:solidFill>
                <a:latin typeface="Arial"/>
                <a:ea typeface="Arial"/>
                <a:cs typeface="Arial"/>
              </a:rPr>
              <a:t>AI assists. Teachers decide.</a:t>
            </a:r>
          </a:p>
        </p:txBody>
      </p:sp>
    </p:spTree>
    <p:extLst>
      <p:ext uri="{BB962C8B-B14F-4D97-AF65-F5344CB8AC3E}">
        <p14:creationId xmlns:p14="http://schemas.microsoft.com/office/powerpoint/2010/main" val="1992316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2026-10-10T10:56:24.5290000Z</dcterms:created>
  <dcterms:modified xsi:type="dcterms:W3CDTF">2026-10-10T10:56:24.5290000Z</dcterms:modified>
</coreProperties>
</file>